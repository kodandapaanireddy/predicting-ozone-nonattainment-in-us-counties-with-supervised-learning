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Test R2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R2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persistence</c:v>
                  </c:pt>
                  <c:pt idx="1">
                    <c:v>climatology</c:v>
                  </c:pt>
                  <c:pt idx="2">
                    <c:v>ridge</c:v>
                  </c:pt>
                  <c:pt idx="3">
                    <c:v>svr</c:v>
                  </c:pt>
                  <c:pt idx="4">
                    <c:v>mlp</c:v>
                  </c:pt>
                  <c:pt idx="5">
                    <c:v>hgb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0.482</c:v>
                </c:pt>
                <c:pt idx="1">
                  <c:v>0.322</c:v>
                </c:pt>
                <c:pt idx="2">
                  <c:v>0.579</c:v>
                </c:pt>
                <c:pt idx="3">
                  <c:v>0.603</c:v>
                </c:pt>
                <c:pt idx="4">
                  <c:v>0.605</c:v>
                </c:pt>
                <c:pt idx="5">
                  <c:v>0.632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Ozone Nonattainment in US Counties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Supervised Learning  |  Team No : 25 | 1. Name : ATHARVA SIDRAMAPPA GOUNI | SRN : PES2UG24CS094 |2. Name : B. Kodandapaani Reddy | SRN : PES2UG24CS108 |  Machine Learning project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near the ground harms health; EPA limit = 0.070 ppm (design value)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Nonattainment counties face costly, mandatory controls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daily ozone, then flag county nonattainment + severity tier early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CS229 (2019) ozone regression paper; we fix its drawbacks and add county-level output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drawbacks and our fixes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split (val Jan-Jun, test Jul-Dec) -&gt; whole-year temporal split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R2 and oversized SVR epsilon (R2 = -2.36) -&gt; standard metrics, tuned SVR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site ID feature -&gt; latitude/longitude; inner joins -&gt; LEFT JOIN + imputation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only -&gt; exceedance classifier, design value, severity tiers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analysis -&gt; permutation importance and ablation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Historical Air Quality daily summaries, Google BigQuery public data (2000-2017)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target + temperature, pressure, wind, humidity, NO2, VOC per site-day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calendar cycles, lags, rolling temperature, lat/lon, trend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train &lt;=2014 (54,23,797), val 2015 (3,81,166), test 2016-17 (7,77,669)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 monitoring sites, 934 counties; sites missing a sensor are kept and imputed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4" name="Image 0" descr="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2400" dirty="0"/>
          </a:p>
        </p:txBody>
      </p:sp>
      <p:pic>
        <p:nvPicPr>
          <p:cNvPr id="4" name="Image 0" descr="docs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24414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13F"/>
                </a:solidFill>
              </a:rPr>
              <a:t>python train.py runs steps 1-8 end to end and writes metrics, plots, saved model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Ridge: linear baseline, y = theta.x with L2 penalty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(RBF): epsilon-insensitive loss, scaled target, grid-tuned C/epsilon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128-128-64, ReLU, adaptive learning rate, early stopping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tree ensemble, handles missing sensors natively; also the exceedance classifier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persistence and site-month climatology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County: 4th-high -&gt; 3-yr design value -&gt; tier; expected exceedance days = sum of P(exceed)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 scikit-learn, matplotlib; modular src/ package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safe: lags use only past days, normalisation fitted on train only, time-based splits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chosen on validation RMSE; test years touched once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demo.py: per-county what-if (e.g. +4 F) for the live demonstration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pytest unit tests; README with setup and run steps; private GitHub repo shared with faculty/TAs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daily ozone regression (test 2016-17)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4630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13F"/>
                </a:solidFill>
              </a:rPr>
              <a:t>Best: HGB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13F"/>
                </a:solidFill>
              </a:rPr>
              <a:t>RMSE 0.0075 ppm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13F"/>
                </a:solidFill>
              </a:rPr>
              <a:t>No-lag ablation R2 0.48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13F"/>
                </a:solidFill>
              </a:rPr>
              <a:t>Exceedance ROC-AUC 0.97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county nonattainment</a:t>
            </a:r>
            <a:endParaRPr lang="en-US" sz="2400" dirty="0"/>
          </a:p>
        </p:txBody>
      </p:sp>
      <p:pic>
        <p:nvPicPr>
          <p:cNvPr id="4" name="Image 0" descr="outputs/county_dv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97680" y="128016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County-year accuracy 0.87, F1 0.67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Exceedance-count method accuracy 0.87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design value MAE 0.0026 ppm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tier exact 0.86, within one 1.00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precursors alone explain only part of daily ozone (no-lag R2 0.48); nonattainment recall 0.59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1-hour max, not the regulatory 8-hour average; MLP stopped early and SVR trained on a 15k subsample for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completeness rules, exceptional events, or emission-source features (factories, highways, census)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8-hour metrics, spatial/graph models, uncertainty intervals, other pollutants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is the best model (test R2 0.63) on a fair, leakage-free split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design values: 0.87 accuracy, tiers within one level 1.00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drawback addressed; pipeline reproducible with one command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python demo.py --state 01 --county 012 --temp-delta-f 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Ozone Nonattainment in US Counties</dc:title>
  <dc:subject>PptxGenJS Presentation</dc:subject>
  <dc:creator>PptxGenJS</dc:creator>
  <cp:lastModifiedBy>PptxGenJS</cp:lastModifiedBy>
  <cp:revision>1</cp:revision>
  <dcterms:created xsi:type="dcterms:W3CDTF">2026-10-04T09:05:43Z</dcterms:created>
  <dcterms:modified xsi:type="dcterms:W3CDTF">2026-10-04T09:05:43Z</dcterms:modified>
</cp:coreProperties>
</file>